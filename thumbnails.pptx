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2"/>
  </p:normalViewPr>
  <p:slideViewPr>
    <p:cSldViewPr snapToGrid="0">
      <p:cViewPr varScale="1">
        <p:scale>
          <a:sx n="104" d="100"/>
          <a:sy n="104" d="100"/>
        </p:scale>
        <p:origin x="23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4E2A-6CF5-DDEE-B033-A5FC424BC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4C767-BED3-9305-1482-40EDAB53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CAA21-75CD-3E69-0976-05D4D9460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87C5-3A8B-E544-9A68-A05F97E6A706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DD9FA-6939-B3AF-6E81-F73FB49E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C1EE5-C3C4-3BF1-680D-18672C1C1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41E-081A-4B41-BDCA-599E371F8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34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FEB1-BEB9-3AA2-C5A9-8C208BE1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7F73C-0769-9EBB-DC60-0ED079348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9797C-C3C2-004A-7F9E-72298A81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87C5-3A8B-E544-9A68-A05F97E6A706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B19E8-69E8-E100-FA69-3B39AA9E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95F90-EFCC-B601-0508-11C7E24D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41E-081A-4B41-BDCA-599E371F8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51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B5CE7-0199-7EEC-C976-E1AA2F6D0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A5D5-A60C-4F39-A245-9FB219421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0C95F-7EE9-D427-4EEA-E4D5D83C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87C5-3A8B-E544-9A68-A05F97E6A706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10162-04EB-5EB3-3A52-3DD753E6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23524-44D0-75B6-14D5-8814350A4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41E-081A-4B41-BDCA-599E371F8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4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C089-B87F-DE4A-BFD2-69B115B40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8888D-206C-4638-CE08-7A91067B8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A0DD7-E516-5AE4-F22B-5994BD01A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A4707-3DA2-9C23-8454-70AFDB64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87C5-3A8B-E544-9A68-A05F97E6A706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4D3B9-9B82-2350-5029-DA1F3541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2152B-A0E9-6DB4-2CA5-A1E2E7154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41E-081A-4B41-BDCA-599E371F8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55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0C7A0-A7E7-08BE-1661-814E77731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8E419-F4F4-A2E8-6D8C-549402DB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6EAB3-52C6-F104-CC92-2DFD84384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8266C-4A8D-D405-DC8F-7FA83A8CA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C7C168-C5E9-0464-9727-4DAF837A7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A5BAB5-59C1-A9FE-FA5A-401AC1D39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87C5-3A8B-E544-9A68-A05F97E6A706}" type="datetimeFigureOut">
              <a:rPr lang="en-US" smtClean="0"/>
              <a:t>9/17/25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9893F-48DF-2836-9930-736DF578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BC52C2-33B7-87CD-B04A-03F22526C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41E-081A-4B41-BDCA-599E371F8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0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5CB3-6007-4535-4E8D-F3FB2F9C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984B6-7CA0-5F72-BB7D-32010E34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87C5-3A8B-E544-9A68-A05F97E6A706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8EDAC0-A6A1-B723-121C-EF916AA1D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9F71A-900C-2CFA-3FCC-678259151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41E-081A-4B41-BDCA-599E371F8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59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5EF4D-101A-537F-2BBA-B9901DF4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87C5-3A8B-E544-9A68-A05F97E6A706}" type="datetimeFigureOut">
              <a:rPr lang="en-US" smtClean="0"/>
              <a:t>9/17/25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A9744-BAA0-51DA-35F7-A58A08E36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27608-D6F5-C633-1C41-D5FF8CED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41E-081A-4B41-BDCA-599E371F8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096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A63F-18C8-D5B8-1406-89F5B9B90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6CAF2-ACA6-BC56-8CFD-469C31B99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96AB5-24EF-8E1B-B691-ED37E4D35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A631B-F4AA-947A-89DD-33B9A60B0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87C5-3A8B-E544-9A68-A05F97E6A706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696F3-0C32-A852-F431-08010410E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39EDE-1A8B-29BB-4CAA-E76BA3FB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41E-081A-4B41-BDCA-599E371F8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52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16B92-E2ED-9D7A-0FCB-70898B9B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E9E29A-7B07-314A-F886-2881F0DFC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497A7-8242-B363-B74B-99577B252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2DA44-80C7-B9F5-520F-252E83FC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87C5-3A8B-E544-9A68-A05F97E6A706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9605A-70E1-335F-54A3-884F9F765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89DD7-2F11-EED5-FD78-B97E64B2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41E-081A-4B41-BDCA-599E371F8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4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419E3-2A9B-6101-54DC-F4CE67B10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D6ACB-63DD-9A5B-E294-F1BE4B451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7F28F-0177-22FA-3ED7-0AAC9324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87C5-3A8B-E544-9A68-A05F97E6A706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9D70F-5A64-68D2-51D1-26C58964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668BC-712E-9493-13EB-114EE8468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41E-081A-4B41-BDCA-599E371F8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33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74DAE-CAEF-2ECC-6736-1244C492FC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0C191-4720-502E-3E8B-E8B5BCC50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CA56F-18A2-F360-A02E-2568F2DBB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87C5-3A8B-E544-9A68-A05F97E6A706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FCDD8-66A2-2526-9D78-6EC8F462C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42D3C-F726-E14A-1E89-B0E5C2C2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641E-081A-4B41-BDCA-599E371F8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68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A111E-225B-08BD-00B1-16F689EB5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8C121-5C27-CC38-72F9-8C96A7E2D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4127B-C2C8-B23C-50EF-BA06C945F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E87C5-3A8B-E544-9A68-A05F97E6A706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7AA9C-BC17-C56D-54F1-B8C34E9A5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FA914-F821-EC39-AF67-56AE1FA84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5641E-081A-4B41-BDCA-599E371F8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99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EA375-E47A-C2E2-D57F-BEED378DC7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25FC3-C797-04A4-23C9-8F9A4DCA99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7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Kunwoo Lee</dc:creator>
  <cp:lastModifiedBy>Kunwoo Lee</cp:lastModifiedBy>
  <cp:revision>1</cp:revision>
  <dcterms:created xsi:type="dcterms:W3CDTF">2025-09-17T21:07:00Z</dcterms:created>
  <dcterms:modified xsi:type="dcterms:W3CDTF">2025-09-17T21:07:27Z</dcterms:modified>
</cp:coreProperties>
</file>